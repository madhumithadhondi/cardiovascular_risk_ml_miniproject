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011680"/>
            <a:ext cx="9966960" cy="1645920"/>
          </a:xfrm>
        </p:spPr>
        <p:txBody>
          <a:bodyPr/>
          <a:lstStyle/>
          <a:p>
            <a:r>
              <a:t>Predicting Cardiovascular Risk using Electronic Health Records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931920"/>
            <a:ext cx="9966960" cy="1371600"/>
          </a:xfrm>
        </p:spPr>
        <p:txBody>
          <a:bodyPr/>
          <a:lstStyle/>
          <a:p>
            <a:r>
              <a:t>UE24CS352A Machine Learning - Mini-Project</a:t>
            </a:r>
          </a:p>
          <a:p>
            <a:r>
              <a:t>Madhumitha Dhondi, Anjali 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Problem and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CVD is the leading cause of death worldwide - early identification of at-risk patients matters</a:t>
            </a:r>
          </a:p>
          <a:p>
            <a:pPr>
              <a:defRPr sz="2200"/>
            </a:pPr>
            <a:r>
              <a:t>Question 1: which models predict cardiovascular risk best from routine clinical data?</a:t>
            </a:r>
          </a:p>
          <a:p>
            <a:pPr>
              <a:defRPr sz="2200"/>
            </a:pPr>
            <a:r>
              <a:t>Question 2: do the conclusions hold on two very different datasets?</a:t>
            </a:r>
          </a:p>
          <a:p>
            <a:pPr>
              <a:defRPr sz="2200"/>
            </a:pPr>
            <a:r>
              <a:t>Following Nguyen (Stanford CS229); the original STRIDE EHR data is private, so we use two public datasets</a:t>
            </a:r>
          </a:p>
          <a:p>
            <a:pPr>
              <a:defRPr sz="2200"/>
            </a:pPr>
            <a:r>
              <a:t>Study A: Kaggle (prevalent CVD).  Study B: Framingham (10-year incident CHD)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Two studies, one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Study A - Kaggle: 70,000 records -&gt; 67,941 clean; 13 features; 50% positive (balanced)</a:t>
            </a:r>
          </a:p>
          <a:p>
            <a:pPr>
              <a:defRPr sz="2200"/>
            </a:pPr>
            <a:r>
              <a:t>Study B - Framingham: 4,238 records; 15 features; 15% positive (imbalanced); 582 rows with missing values</a:t>
            </a:r>
          </a:p>
          <a:p>
            <a:pPr>
              <a:defRPr sz="2200"/>
            </a:pPr>
            <a:r>
              <a:t>Same five models, same split, same CV, same metrics on both</a:t>
            </a:r>
          </a:p>
          <a:p>
            <a:pPr>
              <a:defRPr sz="2200"/>
            </a:pPr>
            <a:r>
              <a:t>Framingham exploration and first baselines done earlier; the benchmark reuses the exact same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Data quality - Study A (Kaggle)</a:t>
            </a:r>
          </a:p>
        </p:txBody>
      </p:sp>
      <p:pic>
        <p:nvPicPr>
          <p:cNvPr id="3" name="Picture 2" descr="fig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556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Implausible blood pressure / height / weight rows removed; no missing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Data quality - Study B (Framingham)</a:t>
            </a:r>
          </a:p>
        </p:txBody>
      </p:sp>
      <p:pic>
        <p:nvPicPr>
          <p:cNvPr id="3" name="Picture 2" descr="fig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556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Missing values imputed with the training-fold median (inside the pipeline, no leakage)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Exploratory analysis - Study A</a:t>
            </a:r>
          </a:p>
        </p:txBody>
      </p:sp>
      <p:pic>
        <p:nvPicPr>
          <p:cNvPr id="3" name="Picture 2" descr="fig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436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Exploratory analysis - Study B</a:t>
            </a:r>
          </a:p>
        </p:txBody>
      </p:sp>
      <p:pic>
        <p:nvPicPr>
          <p:cNvPr id="3" name="Picture 2" descr="fig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436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Approach and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Logistic regression: Ridge, Lasso, Elastic Net (standardised features)</a:t>
            </a:r>
          </a:p>
          <a:p>
            <a:pPr>
              <a:defRPr sz="2200"/>
            </a:pPr>
            <a:r>
              <a:t>Random Forest: bagged, decorrelated trees</a:t>
            </a:r>
          </a:p>
          <a:p>
            <a:pPr>
              <a:defRPr sz="2200"/>
            </a:pPr>
            <a:r>
              <a:t>XGBoost: sequential regularised trees, each correcting the previous errors</a:t>
            </a:r>
          </a:p>
          <a:p>
            <a:pPr>
              <a:defRPr sz="2200"/>
            </a:pPr>
            <a:r>
              <a:t>Stratified 80/20 split (seed 42); 10-fold CV grid search on AUROC, training data only</a:t>
            </a:r>
          </a:p>
          <a:p>
            <a:pPr>
              <a:defRPr sz="2200"/>
            </a:pPr>
            <a:r>
              <a:t>Imputation and scaling inside each fold; class weighting for the 15% positive class (Study B)</a:t>
            </a:r>
          </a:p>
          <a:p>
            <a:pPr>
              <a:defRPr sz="2200"/>
            </a:pPr>
            <a:r>
              <a:t>Metrics: AUROC, avg precision, sensitivity/specificity, confusion matrix, calibration, subgroup AUROC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src/benchmark/datasets.py - loading, cleaning and settings per dataset</a:t>
            </a:r>
          </a:p>
          <a:p>
            <a:pPr>
              <a:defRPr sz="2200"/>
            </a:pPr>
            <a:r>
              <a:t>src/benchmark/train.py - tuning and evaluation; visualize.py - all figures</a:t>
            </a:r>
          </a:p>
          <a:p>
            <a:pPr>
              <a:defRPr sz="2200"/>
            </a:pPr>
            <a:r>
              <a:t>src/benchmark/make_report.py / make_slides.py - build this write-up and deck from results</a:t>
            </a:r>
          </a:p>
          <a:p>
            <a:pPr>
              <a:defRPr sz="2200"/>
            </a:pPr>
            <a:r>
              <a:t>src/*.py - Framingham exploration and first baselines; results/ - outputs for both studies</a:t>
            </a:r>
          </a:p>
          <a:p>
            <a:pPr>
              <a:defRPr sz="2200"/>
            </a:pPr>
            <a:r>
              <a:t>Python: pandas, scikit-learn, XGBoost, 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Results: test AUROC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A: CV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A: Test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B: CV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B: Test AUROC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LogReg (Ridge)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LogReg (Lasso)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LogReg (ElasticNet)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XGBoost (GBM)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Model comparison - Study A</a:t>
            </a:r>
          </a:p>
        </p:txBody>
      </p:sp>
      <p:pic>
        <p:nvPicPr>
          <p:cNvPr id="3" name="Picture 2" descr="fi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4224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Model comparison - Study B</a:t>
            </a:r>
          </a:p>
        </p:txBody>
      </p:sp>
      <p:pic>
        <p:nvPicPr>
          <p:cNvPr id="3" name="Picture 2" descr="fi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4224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848 test patients: differences of a few hundredths in AUROC are within noise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Confusion matrices - Study A</a:t>
            </a:r>
          </a:p>
        </p:txBody>
      </p:sp>
      <p:pic>
        <p:nvPicPr>
          <p:cNvPr id="3" name="Picture 2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162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Threshold 0.5; percentages are row-normalised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Confusion matrices - Study B</a:t>
            </a:r>
          </a:p>
        </p:txBody>
      </p:sp>
      <p:pic>
        <p:nvPicPr>
          <p:cNvPr id="3" name="Picture 2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1629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Class weighting trades specificity for sensitivity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Importance, subgroups, calibration - Study A</a:t>
            </a:r>
          </a:p>
        </p:txBody>
      </p:sp>
      <p:pic>
        <p:nvPicPr>
          <p:cNvPr id="3" name="Picture 2" descr="fig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6584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2600" b="1"/>
            </a:pPr>
            <a:r>
              <a:t>Importance, subgroups, calibration - Study B</a:t>
            </a:r>
          </a:p>
        </p:txBody>
      </p:sp>
      <p:pic>
        <p:nvPicPr>
          <p:cNvPr id="3" name="Picture 2" descr="fig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1463040"/>
            <a:ext cx="11247120" cy="2658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Class weighting inflates probabilities (mean 0.44 vs observed 0.15)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Study A best: XGBoost (GBM), test AUROC 0.796.  Study B best: LogReg (Ridge), test AUROC 0.700</a:t>
            </a:r>
          </a:p>
          <a:p>
            <a:pPr>
              <a:defRPr sz="2200"/>
            </a:pPr>
            <a:r>
              <a:t>Spread across the five models: 0.013 (A) and 0.024 (B), vs a 0.097 gap between the datasets - the data matters more than the model</a:t>
            </a:r>
          </a:p>
          <a:p>
            <a:pPr>
              <a:defRPr sz="2200"/>
            </a:pPr>
            <a:r>
              <a:t>AUROC is lower for 10-year incident risk on a small cohort (Study B) than for prevalent disease (Study A)</a:t>
            </a:r>
          </a:p>
          <a:p>
            <a:pPr>
              <a:defRPr sz="2200"/>
            </a:pPr>
            <a:r>
              <a:t>Performance is not uniform across age groups - audit before clinical use</a:t>
            </a:r>
          </a:p>
          <a:p>
            <a:pPr>
              <a:defRPr sz="2200"/>
            </a:pPr>
            <a:r>
              <a:t>Class weighting keeps the ranking (AUROC) but distorts probabilities - recalibrate before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pPr>
              <a:defRPr sz="3000" b="1"/>
            </a:pPr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Study A: prevalent (not incident) disease, noisy self-reported fields, no ethnicity column</a:t>
            </a:r>
          </a:p>
          <a:p>
            <a:pPr>
              <a:defRPr sz="2200"/>
            </a:pPr>
            <a:r>
              <a:t>Study B: small single cohort, one random split</a:t>
            </a:r>
          </a:p>
          <a:p>
            <a:pPr>
              <a:defRPr sz="2200"/>
            </a:pPr>
            <a:r>
              <a:t>Next: repeated CV and confidence intervals, probability calibration</a:t>
            </a:r>
          </a:p>
          <a:p>
            <a:pPr>
              <a:defRPr sz="2200"/>
            </a:pPr>
            <a:r>
              <a:t>Next: survival-style modelling of incident risk; fairness-aware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